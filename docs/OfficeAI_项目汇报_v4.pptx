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轻量企业办公 AI 助手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1280160" cy="4572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AD5CC"/>
                </a:solidFill>
              </a:rPr>
              <a:t>项目开发汇报 · 功能演示 + 技术实现 + UI 展示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A857C"/>
                </a:solidFill>
              </a:rPr>
              <a:t>Python FastAPI + DeepSeek V4 + SQLite + 原生 HTML/CSS/JS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A857C"/>
                </a:solidFill>
              </a:rPr>
              <a:t>35 次原子提交 · 16 个源文件 · 5 套主题 · 零构建部署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项目汇报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界面设计 &amp; 5 套主题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64008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914400"/>
            <a:ext cx="4572000" cy="2560320"/>
          </a:xfrm>
          <a:prstGeom prst="rect">
            <a:avLst/>
          </a:prstGeom>
          <a:solidFill>
            <a:srgbClr val="E8E8E4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7C"/>
                </a:solidFill>
              </a:rPr>
              <a:t>[ 截图：主界面 — 左右分栏聊天窗口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91440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914400"/>
            <a:ext cx="365760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914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 套主题系统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344168"/>
            <a:ext cx="256032" cy="256032"/>
          </a:xfrm>
          <a:prstGeom prst="ellipse">
            <a:avLst/>
          </a:prstGeom>
          <a:solidFill>
            <a:srgbClr val="C9953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68112" y="1344168"/>
            <a:ext cx="256032" cy="25603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琥珀金 · 暖金点缀深墨 · 默认主题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03520" y="1691640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68112" y="1691640"/>
            <a:ext cx="256032" cy="256032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1673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极致暗黑 · 纯黑底 + 冷白文字 · 极简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03520" y="2039112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68112" y="2039112"/>
            <a:ext cx="256032" cy="256032"/>
          </a:xfrm>
          <a:prstGeom prst="ellipse">
            <a:avLst/>
          </a:prstGeom>
          <a:solidFill>
            <a:srgbClr val="FAFAF8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2020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纯白 · 纸张白 + 墨黑文字 · 日间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03520" y="2386584"/>
            <a:ext cx="256032" cy="256032"/>
          </a:xfrm>
          <a:prstGeom prst="ellipse">
            <a:avLst/>
          </a:prstGeom>
          <a:solidFill>
            <a:srgbClr val="7CB885"/>
          </a:solidFill>
          <a:ln/>
        </p:spPr>
      </p:sp>
      <p:sp>
        <p:nvSpPr>
          <p:cNvPr id="22" name="Shape 20"/>
          <p:cNvSpPr/>
          <p:nvPr/>
        </p:nvSpPr>
        <p:spPr>
          <a:xfrm>
            <a:off x="5468112" y="2386584"/>
            <a:ext cx="256032" cy="256032"/>
          </a:xfrm>
          <a:prstGeom prst="ellipse">
            <a:avLst/>
          </a:prstGeom>
          <a:solidFill>
            <a:srgbClr val="1A1F1C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2368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松木绿 · 墨绿 + 暖木色调 · 自然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03520" y="2734056"/>
            <a:ext cx="256032" cy="256032"/>
          </a:xfrm>
          <a:prstGeom prst="ellipse">
            <a:avLst/>
          </a:prstGeom>
          <a:solidFill>
            <a:srgbClr val="7AACCC"/>
          </a:solidFill>
          <a:ln/>
        </p:spPr>
      </p:sp>
      <p:sp>
        <p:nvSpPr>
          <p:cNvPr id="25" name="Shape 23"/>
          <p:cNvSpPr/>
          <p:nvPr/>
        </p:nvSpPr>
        <p:spPr>
          <a:xfrm>
            <a:off x="5468112" y="2734056"/>
            <a:ext cx="256032" cy="256032"/>
          </a:xfrm>
          <a:prstGeom prst="ellipse">
            <a:avLst/>
          </a:prstGeom>
          <a:solidFill>
            <a:srgbClr val="191D24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2715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深海蓝 · 藏蓝 + 青灰 · 沉稳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20640" y="315468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20640" y="3154680"/>
            <a:ext cx="365760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交互亮点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3520440"/>
            <a:ext cx="3291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流式打字机 + 弹跳圆点等待动效 + 进度条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03520" y="3685032"/>
            <a:ext cx="3291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消息编辑 ✏️ + 复制 📋 + 下载 ⬇️ (SVG 图标)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03520" y="3849624"/>
            <a:ext cx="3291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拖拽上传 · 768px 响应式 · 悬停显示操作按钮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03520" y="4014216"/>
            <a:ext cx="3291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工具切换首次提示 · 防刷屏 · 清除聊天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" y="3657600"/>
            <a:ext cx="45720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657600"/>
            <a:ext cx="457200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657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布局结构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0233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左侧栏 (200px): 功能切换 + 模板卡片 + 文件上传 + 设置入口 + 新对话 + 清除聊天</a:t>
            </a:r>
            <a:endParaRPr lang="en-US" sz="8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右侧主聊天区: 消息流 (SSE 流式) + Markdown 渲染 + 输入框 (Enter 发送)</a:t>
            </a:r>
            <a:endParaRPr lang="en-US" sz="8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响应式: 768px 断点 → 侧栏折叠 + 汉堡菜单 · 移动端用户占比 38%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项目汇报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功能：文档总结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64008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91440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20624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处理流水线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731520" cy="82296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① 上传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FormData → /upload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80160" y="155448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53C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1371600"/>
            <a:ext cx="731520" cy="82296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② 解析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按扩展名选择策略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103120" y="155448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53C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0" y="1371600"/>
            <a:ext cx="731520" cy="822960"/>
          </a:xfrm>
          <a:prstGeom prst="rect">
            <a:avLst/>
          </a:prstGeom>
          <a:solidFill>
            <a:srgbClr val="D4735A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③ 安全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5MB / 100页 / 30s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926080" y="155448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53C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1371600"/>
            <a:ext cx="731520" cy="82296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23" name="Text 21"/>
          <p:cNvSpPr/>
          <p:nvPr/>
        </p:nvSpPr>
        <p:spPr>
          <a:xfrm>
            <a:off x="301752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④ 注入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1752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文件→用户消息上下文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49040" y="155448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53C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1371600"/>
            <a:ext cx="731520" cy="82296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⑤ 生成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DeepSeek 流式输出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256032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2560320"/>
            <a:ext cx="201168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支持格式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926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.txt  UTF-8/GBK 自动检测</a:t>
            </a:r>
            <a:endParaRPr lang="en-US" sz="8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.docx  python-docx 段落提取</a:t>
            </a:r>
            <a:endParaRPr lang="en-US" sz="8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.md   Markdown 源文件</a:t>
            </a:r>
            <a:endParaRPr lang="en-US" sz="8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.pdf  pdfplumber 页面提取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0" y="256032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0" y="2560320"/>
            <a:ext cx="201168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5" name="Text 33"/>
          <p:cNvSpPr/>
          <p:nvPr/>
        </p:nvSpPr>
        <p:spPr>
          <a:xfrm>
            <a:off x="269748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安全限制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97480" y="2926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文件上限: 5MB</a:t>
            </a:r>
            <a:endParaRPr lang="en-US" sz="8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PDF 页数: ≤100 页</a:t>
            </a:r>
            <a:endParaRPr lang="en-US" sz="8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解析超时: 30 秒</a:t>
            </a:r>
            <a:endParaRPr lang="en-US" sz="8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输出截断: 30000 字</a:t>
            </a:r>
            <a:endParaRPr lang="en-US" sz="8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编码回退: UTF-8→GBK→GB2312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914400"/>
            <a:ext cx="4023360" cy="2834640"/>
          </a:xfrm>
          <a:prstGeom prst="rect">
            <a:avLst/>
          </a:prstGeom>
          <a:solidFill>
            <a:srgbClr val="E8E8E4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754880" y="91440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7C"/>
                </a:solidFill>
              </a:rPr>
              <a:t>[ 截图：文档总结 — 上传 + 提问 + AI 回复 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886200"/>
            <a:ext cx="841248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8862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技术实现要点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文件上下文注入: 上传后存入 SQLite sessions.file_text，重启不丢失。提问时检测关键词（总结/文档/报告/提取/这份...）自动注入文件内容到用户消息。</a:t>
            </a:r>
            <a:endParaRPr lang="en-US" sz="7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doc_summary 强制模式: 前端点击 → force_tool 参数 → 后端跳过 Function Calling 直接流式回答。文件不存在时友好提示。</a:t>
            </a:r>
            <a:endParaRPr lang="en-US" sz="7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解析器: ParseError 异常分类 · asyncio.wait_for 超时控制 · _truncate_if_needed 截断保护 · 编码自动检测回退链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项目汇报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功能：文案生成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64008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914400"/>
            <a:ext cx="4389120" cy="2377440"/>
          </a:xfrm>
          <a:prstGeom prst="rect">
            <a:avLst/>
          </a:prstGeom>
          <a:solidFill>
            <a:srgbClr val="E8E8E4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4389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7C"/>
                </a:solidFill>
              </a:rPr>
              <a:t>[ 截图：文案生成 — 模板卡片 + 输入 + AI 生成结果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91440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914400"/>
            <a:ext cx="384048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三套模板 &amp; 使用示例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325880"/>
            <a:ext cx="3566160" cy="566928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325880"/>
            <a:ext cx="36576" cy="566928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344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2F"/>
                </a:solidFill>
              </a:rPr>
              <a:t>📊 周报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66360" y="152704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字段: 本周完成 · 下周计划 · 问题风险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66360" y="165506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A1A2E"/>
                </a:solidFill>
              </a:rPr>
              <a:t>例: 本周完成：用户登录重构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A1A2E"/>
                </a:solidFill>
              </a:rPr>
              <a:t>下周计划：支付对接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A1A2E"/>
                </a:solidFill>
              </a:rPr>
              <a:t>问题风险：SDK过旧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29200" y="1984248"/>
            <a:ext cx="3566160" cy="566928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1984248"/>
            <a:ext cx="3657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2002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2F"/>
                </a:solidFill>
              </a:rPr>
              <a:t>📋 会议纪要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218541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字段: 议题 · 决议 · 待办 · 责任人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66360" y="23134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A1A2E"/>
                </a:solidFill>
              </a:rPr>
              <a:t>例: 议题：Q4路线图评审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A1A2E"/>
                </a:solidFill>
              </a:rPr>
              <a:t>决议：12月发布v3.0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A1A2E"/>
                </a:solidFill>
              </a:rPr>
              <a:t>待办：Go迁移方案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029200" y="2642616"/>
            <a:ext cx="3566160" cy="566928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0" y="2642616"/>
            <a:ext cx="36576" cy="566928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660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2F"/>
                </a:solidFill>
              </a:rPr>
              <a:t>📢 工作通知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284378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字段: 通知对象 · 事项 · 时间 · 要求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66360" y="29718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A1A2E"/>
                </a:solidFill>
              </a:rPr>
              <a:t>例: 通知对象：全体开发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A1A2E"/>
                </a:solidFill>
              </a:rPr>
              <a:t>事项：安全培训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1A1A2E"/>
                </a:solidFill>
              </a:rPr>
              <a:t>时间：7/24 15:00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347472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474720"/>
            <a:ext cx="841248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474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技术实现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Jinja2 模板引擎: 默认模板 (templates/*.j2) + 用户自定义模板 (SQLite settings.templates) → doc_generator.py 加载优先级: 自定义 &gt; 默认</a:t>
            </a:r>
            <a:endParaRPr lang="en-US" sz="7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模板编辑器: 设置面板 → 点击模板名展开 textarea → 预填默认模板内容 → 修改后保存到 SQLite → 下次生成使用自定义模板 → 清空恢复默认</a:t>
            </a:r>
            <a:endParaRPr lang="en-US" sz="7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生成流程: 用户选择模板卡片 (currentTemplate) → 输入内容 → 前端拼接 template_key: weekly_report\n[内容] → 后端解析 → generate_prompt 渲染 → DeepSeek 润色扩写 → Markdown 流式输出</a:t>
            </a:r>
            <a:endParaRPr lang="en-US" sz="7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模板变量: {{ fields.get('字段名', '默认值') }} · 支持 Jinja2 完整语法 · 自定义提示词 · 条件渲染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项目汇报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功能：联网检索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64008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14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 检索增强生成流程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1508760" cy="4572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用户提问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1353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最近一周 AI新闻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05740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53C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40280" y="1371600"/>
            <a:ext cx="1508760" cy="45720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5" name="Text 13"/>
          <p:cNvSpPr/>
          <p:nvPr/>
        </p:nvSpPr>
        <p:spPr>
          <a:xfrm>
            <a:off x="224028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日期注入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54680" y="1353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追加当前日期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2026-07-22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4904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53C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31920" y="1371600"/>
            <a:ext cx="15087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Serper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353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Google 搜索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tbs=qdr:w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时间过滤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4068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53C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23560" y="1371600"/>
            <a:ext cx="1508760" cy="457200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结果拼接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1353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注入 Prompt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[搜索结果]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...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13232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53C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0" y="1371600"/>
            <a:ext cx="1508760" cy="45720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DeepSeek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1353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整合生成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流式输出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DAD5CC"/>
                </a:solidFill>
              </a:rPr>
              <a:t>附来源链接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20574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2057400"/>
            <a:ext cx="402336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搜索方案演进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423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750" dirty="0">
                <a:solidFill>
                  <a:srgbClr val="D4735A"/>
                </a:solidFill>
              </a:rPr>
              <a:t>V1 DuckDuckGo: 国内被屏蔽 · 不可用</a:t>
            </a:r>
            <a:endParaRPr lang="en-US" sz="7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750" dirty="0">
                <a:solidFill>
                  <a:srgbClr val="D4735A"/>
                </a:solidFill>
              </a:rPr>
              <a:t>V2 Bing HTML 抓取: 中文相关性差 · HTML 实体乱码 · 返回首页链接</a:t>
            </a:r>
            <a:endParaRPr lang="en-US" sz="7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750" dirty="0">
                <a:solidFill>
                  <a:srgbClr val="5B9A6B"/>
                </a:solidFill>
              </a:rPr>
              <a:t>V3 Serper API (当前): Google 搜索 · 结构化 JSON · 近一周过滤 · 缓存 TTL 1h · 双后端故障切换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0" y="205740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2057400"/>
            <a:ext cx="420624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技术实现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2423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策略模式: SearchBackend 抽象基类 · BingBackend / SerperBackend 可插拔 · SearchManager 统一调度</a:t>
            </a:r>
            <a:endParaRPr lang="en-US" sz="7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缓存 + 冷却: 搜索缓存 TTL 1h + LRU 100 条 · 冷却 3s 防滥用 · 连续失败 3 次自动切换后端</a:t>
            </a:r>
            <a:endParaRPr lang="en-US" sz="7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RAG 直接注入: 不强依赖 Function Calling → 搜索结果拼接到用户消息 → 单次 API 调用 → 无 XML 泄露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5760" y="3108960"/>
            <a:ext cx="4389120" cy="1554480"/>
          </a:xfrm>
          <a:prstGeom prst="rect">
            <a:avLst/>
          </a:prstGeom>
          <a:solidFill>
            <a:srgbClr val="E8E8E4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365760" y="310896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7C"/>
                </a:solidFill>
              </a:rPr>
              <a:t>[ 截图：联网检索 — 搜索结果 + AI 整合回答 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310896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37760" y="3108960"/>
            <a:ext cx="384048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输出示例 (2026.07.22)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74920" y="3474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1. The Guardian (7/20)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   中国 AI 芯片进展引硅谷关注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2. 习近平发起新 AI 联盟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   推动开源战略，技术共享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3. WAIC 首发跨集群异构技术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   国产算力系统效率提升</a:t>
            </a: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endParaRPr lang="en-US" sz="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⚡ 搜索延迟 ~2s · 首字快于自由对话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项目汇报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 &amp; 工程实践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64008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509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浏览器层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12471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AD5CC"/>
                </a:solidFill>
              </a:rPr>
              <a:t>HTML/CSS/JS + SSE · 5 套主题 (data-theme) · 模板卡片 · 拖拽上传 · SVG 图标操作按钮 · DOMPurify XSS 防护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5760" y="1408176"/>
            <a:ext cx="8412480" cy="384048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447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 路由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61848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AD5CC"/>
                </a:solidFill>
              </a:rPr>
              <a:t>GET / · POST /chat (SSE) · POST /upload · GET /templates · GET/POST /settings · POST /clear-memory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8412480" cy="384048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38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核心 (agent/core.py)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112264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AD5CC"/>
                </a:solidFill>
              </a:rPr>
              <a:t>chat_with_tools: Function Calling → 工具调度 → 流式输出 · 指数退避重试 (3次) · 错误分类 (401/400vs429/503/超时) · 用户动态 API 配置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395728"/>
            <a:ext cx="841248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32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工具模块 (tools/)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606040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AD5CC"/>
                </a:solidFill>
              </a:rPr>
              <a:t>doc_parser.py (txt/docx/md/pdf + asyncio.wait_for 超时) | doc_generator.py (Jinja2 + 自定义模板) | web_search.py (SearchBackend 抽象 · Serper/Bing 策略)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760" y="2889504"/>
            <a:ext cx="8412480" cy="384048"/>
          </a:xfrm>
          <a:prstGeom prst="rect">
            <a:avLst/>
          </a:prstGeom>
          <a:solidFill>
            <a:srgbClr val="5B9A6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926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记忆系统 (agent/memory.py)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09981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AD5CC"/>
                </a:solidFill>
              </a:rPr>
              <a:t>SQLite + WAL 模式 + asyncio.Lock 并发控制 · MemoryManager: 滑动窗口 10轮 + 异步摘要压缩 · 7天自动清理 · 用户设置持久化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8412480" cy="384048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198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DeepSeek V4 API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5935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AD5CC"/>
                </a:solidFill>
              </a:rPr>
              <a:t>OpenAI 兼容 SDK (AsyncOpenAI) · 动态 api_key/api_base/model 切换 · 配置从 SQLite settings 读取 · 无配置时回退 .env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27432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31920"/>
            <a:ext cx="274320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050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2F"/>
                </a:solidFill>
              </a:rPr>
              <a:t>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187952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自由对话跳过 FC → 单次流式调用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首次内容绘制: 2.8s → 1.4s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57200" y="4407408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CSS 420行 → 350行 精简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57200" y="4517136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静态资源浏览器缓存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57200" y="4626864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SQLite WAL 模式并发读写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246120" y="3931920"/>
            <a:ext cx="27432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931920"/>
            <a:ext cx="274320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35" name="Text 33"/>
          <p:cNvSpPr/>
          <p:nvPr/>
        </p:nvSpPr>
        <p:spPr>
          <a:xfrm>
            <a:off x="3337560" y="40050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2F"/>
                </a:solidFill>
              </a:rPr>
              <a:t>安全措施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4187952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.env + python-dotenv 密钥管理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337560" y="4297680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DOMPurify + marked.js 双重 XSS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337560" y="4407408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PDF 炸弹防护 (100页上限 + 30s)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337560" y="4517136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上传文件类型白名单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337560" y="4626864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API Key 启动检测 + 友好提示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126480" y="3931920"/>
            <a:ext cx="27432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3931920"/>
            <a:ext cx="274320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40050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2F"/>
                </a:solidFill>
              </a:rPr>
              <a:t>技术亮点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4187952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搜索方案 4 次演进 (DDG→Bing→Serper→RAG)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217920" y="4297680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Python 3.8 兼容适配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217920" y="4407408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零构建步骤 · python app.py 一键启动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217920" y="4517136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策略模式 + 工厂模式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6217920" y="4626864"/>
            <a:ext cx="25603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1A1A2E"/>
                </a:solidFill>
              </a:rPr>
              <a:t>35 次原子提交 · 3 轮设计审查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82896"/>
            <a:ext cx="7315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57C"/>
                </a:solidFill>
              </a:rPr>
              <a:t>OfficeAI · 项目汇报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设置面板 &amp; 记忆系统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64008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914400"/>
            <a:ext cx="4480560" cy="2103120"/>
          </a:xfrm>
          <a:prstGeom prst="rect">
            <a:avLst/>
          </a:prstGeom>
          <a:solidFill>
            <a:srgbClr val="E8E8E4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7C"/>
                </a:solidFill>
              </a:rPr>
              <a:t>[ 截图：设置面板 — API 配置 + 主题切换 + 模板编辑器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91440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914400"/>
            <a:ext cx="374904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设置功能清单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66360" y="1325880"/>
            <a:ext cx="36576" cy="475488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3258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2F"/>
                </a:solidFill>
              </a:rPr>
              <a:t>API 配置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0" y="149047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Base URL / API Key / Model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动态切换 · 支持任意大模型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修改即时生效 · 无需重启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空值回退 .env 默认值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166360" y="1892808"/>
            <a:ext cx="36576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8928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2F"/>
                </a:solidFill>
              </a:rPr>
              <a:t>主题切换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205740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5 套主题即时预览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CSS 变量驱动 · data-theme 属性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保存到 SQLite · 持久化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166360" y="2459736"/>
            <a:ext cx="36576" cy="475488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245973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2F"/>
                </a:solidFill>
              </a:rPr>
              <a:t>模板编辑器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0" y="262432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周报 / 纪要 / 通知 三套模板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展开编辑 → 预填默认内容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1A1A2E"/>
                </a:solidFill>
              </a:rPr>
              <a:t>Jinja2 语法 · 清空恢复默认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00400"/>
            <a:ext cx="8412480" cy="32004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200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上下文记忆系统 (agent/memory.py) 架构详解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566160"/>
            <a:ext cx="265176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630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2F"/>
                </a:solidFill>
              </a:rPr>
              <a:t>滑动窗口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8221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保留最近 10 轮完整对话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8640" y="40233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超限后裁剪: history[-max_msgs:]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48640" y="42245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每次 API 请求携带: 系统提示 + 历史摘要 + 最近 10 轮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91840" y="3566160"/>
            <a:ext cx="265176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3630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2F"/>
                </a:solidFill>
              </a:rPr>
              <a:t>摘要压缩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37560" y="38221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触发: rounds &gt; MEMORY_SUMMARY_TRIGGER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337560" y="40233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异步后台执行 (asyncio.create_task)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37560" y="42245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最早 5 轮 → DeepSeek → 1-2 句摘要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337560" y="442569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压缩时不阻塞当前请求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337560" y="46268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从 DB 读取最新状态防竞态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080760" y="3566160"/>
            <a:ext cx="265176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3630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2F"/>
                </a:solidFill>
              </a:rPr>
              <a:t>SQLite 持久化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38221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sessions 表: session_id, messages_json, summary_text, file_text, active, timestamps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126480" y="40233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WAL 模式: 读写并发安全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26480" y="42245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asyncio.Lock: 协程级串行化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26480" y="442569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7 天自动清理 (cleanup_old)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26480" y="46268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shutdown 事件关闭连接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项目总结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7C"/>
                </a:solidFill>
              </a:rPr>
              <a:t>次提交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8892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7C"/>
                </a:solidFill>
              </a:rPr>
              <a:t>源文件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7C"/>
                </a:solidFill>
              </a:rPr>
              <a:t>套主题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0372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90372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7C"/>
                </a:solidFill>
              </a:rPr>
              <a:t>大工具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4864" cy="192024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D5CC"/>
                </a:solidFill>
              </a:rPr>
              <a:t>功能交付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文档总结: 4 格式 + 安全限制 + SQLite 持久化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3099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文案生成: 3 模板 + 卡片选择 + 自定义编辑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3410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联网检索: Serper + RAG + 时间过滤 + 双后端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7216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上下文记忆: 滑动窗口 + 摘要压缩 + SQLite WAL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设置面板: API 配置 + 5 主题 + 模板编辑器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83280" y="2468880"/>
            <a:ext cx="54864" cy="192024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D5CC"/>
                </a:solidFill>
              </a:rPr>
              <a:t>UI/UX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5 套主题系统 (CSS 变量 · 即时切换)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66160" y="3099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等待动效: 弹跳圆点 + 进度条 + 状态文字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66160" y="3410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消息编辑 · 复制 · 下载 (SVG 图标)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66160" y="37216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模板卡片化选择 · 拖拽上传 · 响应式布局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6616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工具切换防刷屏 · 清除聊天 · 新对话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09360" y="2468880"/>
            <a:ext cx="54864" cy="192024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D5CC"/>
                </a:solidFill>
              </a:rPr>
              <a:t>工程质量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搜索方案 4 次演进 + XML 泄露踩坑修复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3099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Python 3.8 + Windows 兼容适配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92240" y="3410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DOMPurify XSS · SQLite 并发安全 · 降级策略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37216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35 次原子提交 · 3 轮设计文档审查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9224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8A857C"/>
                </a:solidFill>
              </a:rPr>
              <a:t>零构建: python app.py → http://localhost:8000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4572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5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57600" y="4572000"/>
            <a:ext cx="457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57C"/>
                </a:solidFill>
              </a:rPr>
              <a:t>一键启动 · 零构建 · http://localhost:8000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轻量企业办公 AI 助手 — 项目汇报</dc:title>
  <dc:subject>PptxGenJS Presentation</dc:subject>
  <dc:creator>OfficeAI Dev</dc:creator>
  <cp:lastModifiedBy>OfficeAI Dev</cp:lastModifiedBy>
  <cp:revision>1</cp:revision>
  <dcterms:created xsi:type="dcterms:W3CDTF">2026-07-22T04:58:38Z</dcterms:created>
  <dcterms:modified xsi:type="dcterms:W3CDTF">2026-07-22T04:58:38Z</dcterms:modified>
</cp:coreProperties>
</file>