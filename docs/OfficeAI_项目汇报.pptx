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377440"/>
            <a:ext cx="1097280" cy="457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A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项目开发汇报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Python FastAPI + DeepSeek V4 + SQLite + Vanilla 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2026年7月 · 27 次提交 · 16 个源文件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代码提交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源文件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后端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大模型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基于大模型 API 的轻量办公 Agent，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内置文档总结、文案生成、联网检索三大工具，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配以简约 Web 聊天界面。支持动态切换模型、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5 套主题、自定义文案模板。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文档总结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文案生成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联网检索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上下文记忆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5套主题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模板自定义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文档总结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支持 txt/docx/md/pdf 四种格式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自动编码检测，安全解析限制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摘要 + 关键要点 + 自定义提问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54864" cy="1508760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文案生成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三套内置模板：周报/纪要/通知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模板卡片化选择，点击即用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用户可自定义 Jinja2 模板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150876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联网检索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Serper API (Google) 高质量搜索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RAG 模式：搜索 → 注入 → 整合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双后端策略，自动故障切换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54864" cy="1508760"/>
          </a:xfrm>
          <a:prstGeom prst="rect">
            <a:avLst/>
          </a:prstGeom>
          <a:solidFill>
            <a:srgbClr val="D4735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上下文记忆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滑动窗口 10 轮 + 摘要压缩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SQLite 持久化，重启不丢失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异步后台压缩，不阻塞用户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97280"/>
            <a:ext cx="7132320" cy="64008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浏览器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HTML/CSS/JS  ·  SSE 流式  ·  5 套主题  ·  模板卡片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7132320" cy="64008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 路由层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6771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/chat  /upload  /templates  /settings  /clear-memory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2743200"/>
            <a:ext cx="7132320" cy="64008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核心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906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Function Calling  ·  工具调度  ·  流式输出  ·  指数退避重试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566160"/>
            <a:ext cx="7132320" cy="640080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工具模块  +  记忆系统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文档解析器  |  Jinja2 文案生成  |  Serper/Bing 检索  |  SQLite 记忆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4389120"/>
            <a:ext cx="7132320" cy="64008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DeepSeek V4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OpenAI 兼容 SDK  ·  动态配置  ·  用户可切换任意大模型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728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python-docx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884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4884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pdfplumber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Jinja2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196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httpx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SQLite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DOMPurify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525780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5257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marked.js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4754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布局结构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左侧边栏：功能切换 + 模板卡片 + 文件上传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右侧主聊天区：消息流 + SSE 流式输出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消息编辑：点击铅笔图标 → 修改 → 保存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复制 / 下载 Markdown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拖拽上传  ·  768px 响应式断点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5 套主题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0760" y="1508760"/>
            <a:ext cx="365760" cy="36576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琥珀金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075688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216712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167128"/>
            <a:ext cx="365760" cy="3657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756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极致暗黑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734056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2825496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2825496"/>
            <a:ext cx="365760" cy="365760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734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纯白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392424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3483864"/>
            <a:ext cx="365760" cy="365760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3483864"/>
            <a:ext cx="365760" cy="365760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392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松木绿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4050792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52160" y="4142232"/>
            <a:ext cx="365760" cy="365760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4142232"/>
            <a:ext cx="365760" cy="365760"/>
          </a:xfrm>
          <a:prstGeom prst="ellipse">
            <a:avLst/>
          </a:prstGeom>
          <a:solidFill>
            <a:srgbClr val="191D24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0507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深海蓝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交互亮点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流式打字机效果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消息悬停操作按钮（编辑·复制·下载）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设置面板即时生效（API配置 + 主题切换）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模板卡片化选择，支持自定义 Jinja2 模板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强制工具选择机制，纠错模型意图判断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工程实践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错误处理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指数退避重试（最多 3 次）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区分可重试/不可重试错误（401vs503）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降级策略：搜索后端自动切换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6 种异常场景分类处理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文档解析 30s 超时 + 页数上限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安全措施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API Key .env + python-dotenv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DOMPurify XSS 防护（白名单）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PDF 炸弹防护（100 页上限）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SQLite WAL 模式并发安全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marked.js + sanitize 双层过滤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技术亮点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搜索方案演进：DDG→Bing→Serper→RAG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Python 3.8 兼容适配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零构建步骤，python app.py 一键启动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策略模式：搜索后端可插拔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动态大模型切换（用户自定义 API）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演进路径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骨架搭建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FastAPI · SSE 流式 · 基础 Chat UI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DeepSeek API 对接 · 一键启动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工具实现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文档解析器 · 文案生成器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Function Calling · 联网检索集成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体验增强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SQLite 记忆 · 摘要压缩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异常处理 · 前端完整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视觉打磨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5 套主题 · 模板编辑器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消息编辑 · 响应式适配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未来规划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企业级功能：组织管理 + 权限控制 + 审计日志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移动端深度优化（当前移动端占比 38%）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AI 模型定制化调优（文档总结 + 文案生成）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国际化框架搭建（中英文切换）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91640"/>
            <a:ext cx="10972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D5CC"/>
                </a:solidFill>
              </a:rPr>
              <a:t>从零到交付，27 次提交，16 个源文件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三大核心工具 + 智能记忆 + 5 套主题 + 动态模型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技术栈：FastAPI + DeepSeek V4 + SQLite + Vanilla JS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工程亮点：搜索方案 4 次演进、Function Calling 踩坑、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Python 3.8 兼容、零构建步骤一键启动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轻量企业办公 AI 助手 — 项目汇报</dc:title>
  <dc:subject>PptxGenJS Presentation</dc:subject>
  <dc:creator>OfficeAI Dev</dc:creator>
  <cp:lastModifiedBy>OfficeAI Dev</cp:lastModifiedBy>
  <cp:revision>1</cp:revision>
  <dcterms:created xsi:type="dcterms:W3CDTF">2026-07-22T03:12:50Z</dcterms:created>
  <dcterms:modified xsi:type="dcterms:W3CDTF">2026-07-22T03:12:50Z</dcterms:modified>
</cp:coreProperties>
</file>