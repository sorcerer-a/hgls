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轻量企业办公 AI 助手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3172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AD5CC"/>
                </a:solidFill>
              </a:rPr>
              <a:t>项目开发汇报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A857C"/>
                </a:solidFill>
              </a:rPr>
              <a:t>35 次提交 · 16 个源文件 · 5 套主题 · 零构建部署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A857C"/>
                </a:solidFill>
              </a:rPr>
              <a:t>FastAPI + DeepSeek V4 + SQLite + 原生 HTML/CSS/JS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10328"/>
            <a:ext cx="6400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界面设计 &amp; 5 套主题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029200" cy="292608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[ 截图：主界面 — 左右分栏聊天窗口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914400"/>
            <a:ext cx="3108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914400"/>
            <a:ext cx="3108960" cy="3474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套主题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426464"/>
            <a:ext cx="320040" cy="320040"/>
          </a:xfrm>
          <a:prstGeom prst="ellipse">
            <a:avLst/>
          </a:prstGeom>
          <a:solidFill>
            <a:srgbClr val="C995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1426464"/>
            <a:ext cx="320040" cy="32004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琥珀金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929384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929384"/>
            <a:ext cx="320040" cy="32004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极致暗黑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2432304"/>
            <a:ext cx="320040" cy="3200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2432304"/>
            <a:ext cx="320040" cy="320040"/>
          </a:xfrm>
          <a:prstGeom prst="ellipse">
            <a:avLst/>
          </a:prstGeom>
          <a:solidFill>
            <a:srgbClr val="FAFA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纯白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2935224"/>
            <a:ext cx="320040" cy="320040"/>
          </a:xfrm>
          <a:prstGeom prst="ellipse">
            <a:avLst/>
          </a:prstGeom>
          <a:solidFill>
            <a:srgbClr val="7CB88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2935224"/>
            <a:ext cx="320040" cy="320040"/>
          </a:xfrm>
          <a:prstGeom prst="ellipse">
            <a:avLst/>
          </a:prstGeom>
          <a:solidFill>
            <a:srgbClr val="1A1F1C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松木绿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3438144"/>
            <a:ext cx="320040" cy="320040"/>
          </a:xfrm>
          <a:prstGeom prst="ellipse">
            <a:avLst/>
          </a:prstGeom>
          <a:solidFill>
            <a:srgbClr val="7AACCC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0" y="3438144"/>
            <a:ext cx="320040" cy="320040"/>
          </a:xfrm>
          <a:prstGeom prst="ellipse">
            <a:avLst/>
          </a:prstGeom>
          <a:solidFill>
            <a:srgbClr val="191D24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深海蓝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交互亮点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83210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31596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流式打字机效果  ·  弹跳圆点等待动效 + 进度条  ·  消息编辑 ✏️ + 复制 📋 + 下载 ⬇️  ·  拖拽上传  ·  768px 响应式  ·  工具切换防刷屏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10328"/>
            <a:ext cx="6400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功能：文档总结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029200" cy="237744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[ 截图：文档总结 — 上传文件 + 提问 + AI 回复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914400"/>
            <a:ext cx="3108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914400"/>
            <a:ext cx="3108960" cy="3474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处理流程 &amp; 支持格式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1371600"/>
            <a:ext cx="548640" cy="5486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① 上传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19088" y="1371600"/>
            <a:ext cx="548640" cy="54864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② 解析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31736" y="1371600"/>
            <a:ext cx="548640" cy="548640"/>
          </a:xfrm>
          <a:prstGeom prst="rect">
            <a:avLst/>
          </a:prstGeom>
          <a:solidFill>
            <a:srgbClr val="D4735A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③ 安全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44384" y="1371600"/>
            <a:ext cx="548640" cy="54864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8" name="Text 16"/>
          <p:cNvSpPr/>
          <p:nvPr/>
        </p:nvSpPr>
        <p:spPr>
          <a:xfrm>
            <a:off x="7644384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④ 注入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57032" y="1371600"/>
            <a:ext cx="548640" cy="54864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0" name="Text 18"/>
          <p:cNvSpPr/>
          <p:nvPr/>
        </p:nvSpPr>
        <p:spPr>
          <a:xfrm>
            <a:off x="8257032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⑤ 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2057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支持: .txt  .docx  .md  .pdf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安全: 5MB上限 · 100页PDF · 30s超时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编码: UTF-8 → GBK → GB2312 自动检测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输出: 摘要 · 关键要点 · 自定义提问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技术实现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321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8404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文件持久化: 上传 → SQLite sessions.file_text 存储 → 重启不丢失。后端从 SQLite 读取（非内存 dict），session_files 仅作缓存加速。</a:t>
            </a:r>
            <a:endParaRPr lang="en-US" sz="11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上下文注入: 检测关键词（总结/文档/报告/提取/这份/版本/指标）→ 自动拼接文件全文到用户消息。doc_summary 强制模式下始终注入。</a:t>
            </a:r>
            <a:endParaRPr lang="en-US" sz="11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解析器: asyncio.wait_for 超时控制 + ParseError 异常分类 + _truncate_if_needed 30000字截断 + 编码回退链。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10328"/>
            <a:ext cx="6400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功能：文案生成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4572000" cy="210312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[ 截图：文案生成 — 模板卡片选择 + 输入 + 生成结果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914400"/>
            <a:ext cx="35661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0" y="914400"/>
            <a:ext cx="3566160" cy="3474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三套模板 + 使用示例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1371600"/>
            <a:ext cx="3291840" cy="4572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349240" y="1371600"/>
            <a:ext cx="36576" cy="4572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📊 周报  本周完成 · 下周计划 · 问题风险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1920240"/>
            <a:ext cx="3291840" cy="4572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349240" y="1920240"/>
            <a:ext cx="36576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📋 会议纪要  议题 · 决议 · 待办事项 · 责任人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2468880"/>
            <a:ext cx="3291840" cy="4572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349240" y="2468880"/>
            <a:ext cx="36576" cy="45720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📢 工作通知  通知对象 · 事项内容 · 时间 · 要求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技术实现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321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5661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Jinja2 模板引擎: 默认 .j2 文件 + 用户自定义 (SQLite settings.templates) → doc_generator.py 加载优先级: 自定义 &gt; 默认。</a:t>
            </a:r>
            <a:endParaRPr lang="en-US" sz="11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模板编辑器: 设置面板展开 → 预填默认内容 → 修改保存到 SQLite → 下次生成使用自定义模板。清空文本框恢复默认。</a:t>
            </a:r>
            <a:endParaRPr lang="en-US" sz="11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生成流程: 用户选择卡片 → 设置 currentTemplate → 输入内容 → 前端拼接 "template_key: weekly_report\n[内容]" → 后端解析 → generate_prompt 渲染 → DeepSeek 流式输出。</a:t>
            </a:r>
            <a:endParaRPr lang="en-US" sz="11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模板语法: {{ fields.get('字段名', '默认值') }} · 支持 Jinja2 完整语法 · 自定义 Prompt 引导 AI 润色方向。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10328"/>
            <a:ext cx="6400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功能：联网检索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321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8321040" cy="3474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检索增强生成流程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1508760" cy="4572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用户提问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"最近一周AI新闻"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53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31720" y="1371600"/>
            <a:ext cx="1508760" cy="45720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371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日期注入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追加 2026-07-22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53C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23360" y="1371600"/>
            <a:ext cx="15087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1371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Serper API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Google 搜索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tbs=qdr:w 时间过滤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53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0" y="1371600"/>
            <a:ext cx="1508760" cy="45720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371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结果拼接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注入 Prompt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[搜索内容]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2376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53C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640" y="1371600"/>
            <a:ext cx="1508760" cy="4572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371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DeepSeek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整合生成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流式输出+来源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4754880" cy="182880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7200" y="21031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[ 截图：联网检索 — 搜索结果 + AI 生成回答 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2103120"/>
            <a:ext cx="33832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2103120"/>
            <a:ext cx="3383280" cy="3474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方案演进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25146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V1 DuckDuckGo → 国内被屏蔽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V2 Bing HTML 抓取 → 中文差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V3 Serper API → Google 质量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  + 缓存 TTL 1h + LRU 100条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  + 冷却 3s + 故障自动切换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技术实现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3210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44348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策略模式: SearchBackend 抽象 → BingBackend / SerperBackend · SearchManager 统一调度（缓存+冷却+故障切换） · 搜索不走 Function Calling → 直接注入 Prompt → 单次 API 调用 → 无 XML 泄露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10328"/>
            <a:ext cx="6400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321040" cy="4572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509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浏览器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5214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HTML/CSS/JS + SSE · 5 套主题 (data-theme) · 模板卡片 · 拖拽上传 · DOMPurify XSS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321040" cy="45720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996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 路由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70078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GET / · POST /chat (SSE) · POST /upload · GET /templates · GET/POST /settings · POST /clear-memory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321040" cy="45720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482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核心 (agent/core.py)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24942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chat_with_tools: 工具调度 + 流式输出 + 重试 · 用户动态 API 配置 (SQLite) · 文件上下文注入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3210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968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工具模块 (tools/)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79806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doc_parser.py (txt/docx/md/pdf) | doc_generator.py (Jinja2+自定义) | web_search.py (策略模式)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321040" cy="457200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455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记忆系统 (agent/memory.py)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34670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SQLite (WAL+asyncio.Lock) · MemoryManager · 滑动窗口 10轮 · 异步摘要压缩 · 7天清理 · 用户设置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321040" cy="4572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94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DeepSeek V4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89534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5CC"/>
                </a:solidFill>
              </a:rPr>
              <a:t>OpenAI 兼容 SDK (AsyncOpenAI) · 动态 api_key/api_base/model · 配置 SQLite → .env 回退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51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python-docx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08760" y="425196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08760" y="4251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pdfplumber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425196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60320" y="4251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Jinja2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11880" y="425196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11880" y="4251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httpx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25196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63440" y="4251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Serper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15000" y="425196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15000" y="4251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SQLite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425196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66560" y="4251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DOMPurify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18120" y="4251960"/>
            <a:ext cx="9601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18120" y="4251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marked.js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321040" cy="228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" y="45720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搜索方案4次演进 · Python3.8兼容 · 零构建(python app.py) · 策略模式 · 35次原子提交 · 3轮设计审查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10328"/>
            <a:ext cx="6400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设置面板 &amp; 记忆系统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31920" cy="3474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设置面板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API 配置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Base URL / API Key / Model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动态切换 · 即时生效 · 空值回退 .env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主题切换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5 套主题 CSS 变量即时预览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data-theme 属性驱动 · 保存到 SQLite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模板编辑器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周报 / 纪要 / 通知 三套模板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点击展开 → 预填默认 → 修改保存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清空文本框恢复默认 · Jinja2 语法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206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上下文记忆系统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滑动窗口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保留最近 10 轮完整对话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超限裁剪 history[-max_msgs:]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摘要压缩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触发: rounds &gt; 10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异步后台 (asyncio.create_task)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不阻塞当前请求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从 DB 重读防竞态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SQLite 持久化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WAL 模式 · asyncio.Lock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7天自动清理 · shutdown 关连接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  重启不丢失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321040" cy="132588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[ 截图：设置面板 + 模板编辑器界面 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项目总结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次提交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89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889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源文件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套主题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9037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大工具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54864" cy="18288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D5CC"/>
                </a:solidFill>
              </a:rPr>
              <a:t>功能交付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文档总结: 4格式+安全+SQLite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文案生成: 3模板+卡片+自定义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19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联网检索: Serper+RAG+时间过滤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124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上下文记忆: 窗口+压缩+WAL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设置面板: API+主题+模板编辑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2468880"/>
            <a:ext cx="54864" cy="18288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D5CC"/>
                </a:solidFill>
              </a:rPr>
              <a:t>UI / UX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5套主题系统(CSS变量+即时切换)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等待动效: 圆点+进度条+状态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419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消息编辑·复制·下载(SVG图标)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7124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模板卡片化·拖拽上传·响应式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工具切换防刷屏·清除聊天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468880"/>
            <a:ext cx="54864" cy="18288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D5CC"/>
                </a:solidFill>
              </a:rPr>
              <a:t>工程质量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搜索方案4次演进+XML踩坑修复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Python3.8+Windows兼容适配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419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DOMPurify XSS·SQLite并发安全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7124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35次原子提交·3轮设计审查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57C"/>
                </a:solidFill>
              </a:rPr>
              <a:t>零构建: python app.py 一键启动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572000"/>
            <a:ext cx="73152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53C"/>
                </a:solidFill>
              </a:rPr>
              <a:t>python app.py  —  一键启动  ·  零构建  ·  http://localhost:8000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OfficeAI 项目汇报</dc:title>
  <dc:subject>PptxGenJS Presentation</dc:subject>
  <dc:creator>OfficeAI Dev</dc:creator>
  <cp:lastModifiedBy>OfficeAI Dev</cp:lastModifiedBy>
  <cp:revision>1</cp:revision>
  <dcterms:created xsi:type="dcterms:W3CDTF">2026-07-22T05:01:20Z</dcterms:created>
  <dcterms:modified xsi:type="dcterms:W3CDTF">2026-07-22T05:01:20Z</dcterms:modified>
</cp:coreProperties>
</file>