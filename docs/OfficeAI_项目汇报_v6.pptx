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轻量企业办公 AI 助手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237744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AD5CC"/>
                </a:solidFill>
              </a:rPr>
              <a:t>项目开发汇报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8A857C"/>
                </a:solidFill>
              </a:rPr>
              <a:t>35 次提交 · 16 个源文件 · 5 套主题 · 零构建部署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8A857C"/>
                </a:solidFill>
              </a:rPr>
              <a:t>FastAPI + DeepSeek V4 + SQLite + 原生 HTML/CSS/JS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界面设计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943600" cy="274320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[ 截图：主界面 — 左右分栏聊天窗口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005840"/>
            <a:ext cx="21945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</a:rPr>
              <a:t>5 套主题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1554480"/>
            <a:ext cx="256032" cy="256032"/>
          </a:xfrm>
          <a:prstGeom prst="ellipse">
            <a:avLst/>
          </a:prstGeom>
          <a:solidFill>
            <a:srgbClr val="C9953C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1508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琥珀金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201168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暗黑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468880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纯白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2926080"/>
            <a:ext cx="256032" cy="256032"/>
          </a:xfrm>
          <a:prstGeom prst="ellipse">
            <a:avLst/>
          </a:prstGeom>
          <a:solidFill>
            <a:srgbClr val="7CB885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松木绿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3383280"/>
            <a:ext cx="256032" cy="256032"/>
          </a:xfrm>
          <a:prstGeom prst="ellipse">
            <a:avLst/>
          </a:prstGeom>
          <a:solidFill>
            <a:srgbClr val="7AACCC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深海蓝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749040"/>
            <a:ext cx="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交互亮点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3210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1605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流式打字机 · 弹跳圆点等待动效 + 进度条 · 消息编辑复制下载 (SVG 图标) · 拖拽上传 · 768px 响应式 · 工具切换防刷屏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文档总结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303520" cy="256032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[ 截图：上传文档 → 提问 → AI 总结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8346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8076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</a:rPr>
              <a:t>支持格式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146304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.txt  UTF-8/GBK 自动检测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.docx  python-docx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.md   直接读取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.pdf  pdfplumber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安全限制: 5MB, 100页, 30s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文件上下文注入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069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上传 → SQLite sessions.file_text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关键词检测自动注入到用户消息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重启不丢失，内存缓存加速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794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解析管线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4069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asyncio.wait_for 30s 超时 · ParseError 分类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_truncate_if_needed 30000字截断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编码回退: UTF-8 → GBK → GB2312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文案生成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0" cy="237744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[ 截图：模板卡片选择 + 输入 + 生成结果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108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</a:rPr>
              <a:t>三套模板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46304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📊 周报: 本周完成 + 下周计划 + 问题风险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📋 会议纪要: 议题 + 决议 + 待办 + 责任人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📢 工作通知: 通知对象 + 事项 + 时间 + 要求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模板卡片点击即选，输入框自动提示必填字段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用户可在设置中自定义 Jinja2 模板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生成流程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选择卡片 → 输入内容 → 前端拼接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template_key:weekly_report\n[内容]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后端解析 → Jinja2 渲染 → DeepSeek 流式输出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5661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模板引擎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886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Jinja2: 默认 .j2 + 自定义 (SQLite)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加载优先级: 自定义 &gt; 默认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语法: {{ fields.get('字段','默认') }}</a:t>
            </a:r>
            <a:endParaRPr lang="en-US" sz="1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清空文本框即可恢复默认模板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联网检索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0" cy="219456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[ 截图：搜索结果 + AI 整合回答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108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</a:rPr>
              <a:t>RAG 检索增强生成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4630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用户提问 → 追加当前日期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Serper API Google 搜索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tbs=qdr:w 近一周过滤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搜索结果注入 Prompt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DeepSeek 整合流式输出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搜索方案演进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V1 DuckDuckGo → 国内屏蔽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V2 Bing HTML → 中文差 · 乱码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V3 Serper API → Google 质量 · 缓存 · 故障切换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当前: RAG 直接注入 → 无 XML 泄露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3832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429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2F"/>
                </a:solidFill>
              </a:rPr>
              <a:t>技术实现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7490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策略模式: SearchBackend 抽象基类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SearchManager: 缓存 TTL 1h + LRU 100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冷却 3s · 连续失败 3 次切换后端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不走 Function Calling → 单次 API 调用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8321040" cy="475488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424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浏览器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25272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HTML/CSS/JS + SSE 流式 · 5 套主题 · 模板卡片 · 拖拽上传 · DOMPurify XSS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8321040" cy="475488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093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路由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81965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/chat (SSE) · /upload · /templates · /settings · /clear-memory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321040" cy="475488"/>
          </a:xfrm>
          <a:prstGeom prst="rect">
            <a:avLst/>
          </a:prstGeom>
          <a:solidFill>
            <a:srgbClr val="5B7FA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396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核心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35000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工具调度 · 流式输出 · 指数退避重试 · 用户动态 API 配置 · 文件上下文注入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832104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70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工具模块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doc_parser (txt/docx/md/pdf) | doc_generator (Jinja2) | web_search (策略模式)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8321040" cy="475488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记忆系统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41071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SQLite (WAL + asyncio.Lock) · 滑动窗口 · 异步摘要压缩 · 7 天清理 · 用户设置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8321040" cy="475488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30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DeepSeek V4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941064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D5CC"/>
                </a:solidFill>
              </a:rPr>
              <a:t>OpenAI 兼容 SDK · 动态 api_key/api_base/model · 配置 SQLite → .env 回退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50876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1188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1500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18120" y="4297680"/>
            <a:ext cx="9601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python-docx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0876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pdfplumber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Jinja2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1188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httpx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Serper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SQLite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DOMPurify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18120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marked.js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C"/>
                </a:solidFill>
              </a:rPr>
              <a:t>搜索方案 4 次演进  ·  Python 3.8 兼容  ·  零构建  ·  策略模式  ·  35 次原子提交  ·  3 轮设计审查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57C"/>
                </a:solidFill>
              </a:rPr>
              <a:t>OfficeAI ·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设置面板 &amp; 上下文记忆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设置面板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API 配置: Base URL + Key + Model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支持任意兼容 OpenAI SDK 的大模型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修改即时生效 · 空值回退 .env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5 套主题一键切换 (CSS 变量)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模板编辑器: 点击展开 · 预填默认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修改保存到 SQLite · 清空恢复默认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06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</a:rPr>
              <a:t>上下文记忆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滑动窗口: 保留最近 10 轮完整对话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摘要压缩: 超过 10 轮异步后台压缩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最早 5 轮 → 1-2 句摘要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asyncio.create_task 不阻塞请求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SQLite WAL 模式 + asyncio.Lock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7 天自动清理 · 重启不丢失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321040" cy="1143000"/>
          </a:xfrm>
          <a:prstGeom prst="rect">
            <a:avLst/>
          </a:prstGeom>
          <a:solidFill>
            <a:srgbClr val="E8E8E4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C"/>
                </a:solidFill>
              </a:rPr>
              <a:t>[ 截图：设置面板 — API 配置 + 主题切换 + 模板编辑器 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项目总结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548640" cy="27432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次提交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889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源文件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套主题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9037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57C"/>
                </a:solidFill>
              </a:rPr>
              <a:t>大工具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54864" cy="18288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D5CC"/>
                </a:solidFill>
              </a:rPr>
              <a:t>功能交付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文档总结: 4格式+安全+SQLite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文案生成: 3模板+卡片+自定义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19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联网检索: Serper+RAG+过滤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上下文记忆: 窗口+压缩+WAL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设置面板: API+主题+模板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468880"/>
            <a:ext cx="54864" cy="18288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D5CC"/>
                </a:solidFill>
              </a:rPr>
              <a:t>UI / UX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5套主题系统 (CSS变量)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等待动效: 圆点+进度条+状态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419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消息编辑·复制·下载 (SVG)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7124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模板卡片化·拖拽上传·响应式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工具切换防刷屏·清除聊天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468880"/>
            <a:ext cx="54864" cy="1828800"/>
          </a:xfrm>
          <a:prstGeom prst="rect">
            <a:avLst/>
          </a:prstGeom>
          <a:solidFill>
            <a:srgbClr val="C995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D5CC"/>
                </a:solidFill>
              </a:rPr>
              <a:t>工程质量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搜索方案4次演进+XML修复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Python3.8+Windows兼容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419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DOMPurify XSS·SQLite并发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7124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35次提交·3轮设计审查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57C"/>
                </a:solidFill>
              </a:rPr>
              <a:t>零构建: python app.py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1428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572000"/>
            <a:ext cx="73152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53C"/>
                </a:solidFill>
              </a:rPr>
              <a:t>python app.py  —  一键启动  ·  零构建  ·  http://localhost:8000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OfficeAI 项目汇报</dc:title>
  <dc:subject>PptxGenJS Presentation</dc:subject>
  <dc:creator>OfficeAI Dev</dc:creator>
  <cp:lastModifiedBy>OfficeAI Dev</cp:lastModifiedBy>
  <cp:revision>1</cp:revision>
  <dcterms:created xsi:type="dcterms:W3CDTF">2026-07-22T05:05:02Z</dcterms:created>
  <dcterms:modified xsi:type="dcterms:W3CDTF">2026-07-22T05:05:02Z</dcterms:modified>
</cp:coreProperties>
</file>