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058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轻量企业办公 AI 助手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1097280" cy="4572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AD5CC"/>
                </a:solidFill>
              </a:rPr>
              <a:t>项目开发汇报 V2 · 功能演示与 UI 设计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7C"/>
                </a:solidFill>
              </a:rPr>
              <a:t>35 次提交 · 5 套主题 · 3 大工具 · 零构建部署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57C"/>
                </a:solidFill>
              </a:rPr>
              <a:t>FastAPI + DeepSeek V4 + SQLite + Vanilla JS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7315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57C"/>
                </a:solidFill>
              </a:rPr>
              <a:t>OfficeAI · 轻量企业办公助手 · 项目汇报 V2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57C"/>
                </a:solidFill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界面设计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73152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51560"/>
            <a:ext cx="32004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822960" cy="347472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645920"/>
            <a:ext cx="777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AD5CC"/>
                </a:solidFill>
              </a:rPr>
              <a:t>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AD5CC"/>
                </a:solidFill>
              </a:rPr>
              <a:t>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AD5CC"/>
                </a:solidFill>
              </a:rPr>
              <a:t>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80160" y="1051560"/>
            <a:ext cx="2377440" cy="3474720"/>
          </a:xfrm>
          <a:prstGeom prst="rect">
            <a:avLst/>
          </a:prstGeom>
          <a:solidFill>
            <a:srgbClr val="F0F0EB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188720"/>
            <a:ext cx="2194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聊天区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用户消息 ██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AI 回复   ░░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┌──────────┐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│ 输入框...  │ 发送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└──────────┘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0" y="1051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5 套主题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31920" y="1463040"/>
            <a:ext cx="47548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0" y="1554480"/>
            <a:ext cx="365760" cy="365760"/>
          </a:xfrm>
          <a:prstGeom prst="ellipse">
            <a:avLst/>
          </a:prstGeom>
          <a:solidFill>
            <a:srgbClr val="C9953C"/>
          </a:solidFill>
          <a:ln/>
        </p:spPr>
      </p:sp>
      <p:sp>
        <p:nvSpPr>
          <p:cNvPr id="15" name="Shape 13"/>
          <p:cNvSpPr/>
          <p:nvPr/>
        </p:nvSpPr>
        <p:spPr>
          <a:xfrm>
            <a:off x="4343400" y="1554480"/>
            <a:ext cx="365760" cy="36576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琥珀金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31920" y="2103120"/>
            <a:ext cx="47548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0" y="21945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343400" y="2194560"/>
            <a:ext cx="365760" cy="365760"/>
          </a:xfrm>
          <a:prstGeom prst="ellipse">
            <a:avLst/>
          </a:prstGeom>
          <a:solidFill>
            <a:srgbClr val="0D0D0D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暗黑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31920" y="2743200"/>
            <a:ext cx="47548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0" y="2834640"/>
            <a:ext cx="365760" cy="3657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3" name="Shape 21"/>
          <p:cNvSpPr/>
          <p:nvPr/>
        </p:nvSpPr>
        <p:spPr>
          <a:xfrm>
            <a:off x="4343400" y="2834640"/>
            <a:ext cx="365760" cy="365760"/>
          </a:xfrm>
          <a:prstGeom prst="ellipse">
            <a:avLst/>
          </a:prstGeom>
          <a:solidFill>
            <a:srgbClr val="FAFAF8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743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纯白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931920" y="3383280"/>
            <a:ext cx="47548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0" y="3474720"/>
            <a:ext cx="365760" cy="365760"/>
          </a:xfrm>
          <a:prstGeom prst="ellipse">
            <a:avLst/>
          </a:prstGeom>
          <a:solidFill>
            <a:srgbClr val="7CB885"/>
          </a:solidFill>
          <a:ln/>
        </p:spPr>
      </p:sp>
      <p:sp>
        <p:nvSpPr>
          <p:cNvPr id="27" name="Shape 25"/>
          <p:cNvSpPr/>
          <p:nvPr/>
        </p:nvSpPr>
        <p:spPr>
          <a:xfrm>
            <a:off x="4343400" y="3474720"/>
            <a:ext cx="365760" cy="365760"/>
          </a:xfrm>
          <a:prstGeom prst="ellipse">
            <a:avLst/>
          </a:prstGeom>
          <a:solidFill>
            <a:srgbClr val="1A1F1C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松木绿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31920" y="4023360"/>
            <a:ext cx="47548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0" y="4114800"/>
            <a:ext cx="365760" cy="365760"/>
          </a:xfrm>
          <a:prstGeom prst="ellipse">
            <a:avLst/>
          </a:prstGeom>
          <a:solidFill>
            <a:srgbClr val="7AACCC"/>
          </a:solidFill>
          <a:ln/>
        </p:spPr>
      </p:sp>
      <p:sp>
        <p:nvSpPr>
          <p:cNvPr id="31" name="Shape 29"/>
          <p:cNvSpPr/>
          <p:nvPr/>
        </p:nvSpPr>
        <p:spPr>
          <a:xfrm>
            <a:off x="4343400" y="4114800"/>
            <a:ext cx="365760" cy="365760"/>
          </a:xfrm>
          <a:prstGeom prst="ellipse">
            <a:avLst/>
          </a:prstGeom>
          <a:solidFill>
            <a:srgbClr val="191D24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4023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深海蓝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2F"/>
                </a:solidFill>
              </a:rPr>
              <a:t>交互细节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343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流式打字机效果 · 消息编辑 ✏️ · 复制 📋 · 下载 ⬇️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5994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等待动效: 跳动圆点 + 进度条 + 状态文字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8554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拖拽上传文件 · 768px 响应式断点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7315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57C"/>
                </a:solidFill>
              </a:rPr>
              <a:t>OfficeAI · 轻量企业办公助手 · 项目汇报 V2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57C"/>
                </a:solidFill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功能演示：文档总结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73152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384048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📎 上传文档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4173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格式: txt / docx / md / pdf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大小: ≤5MB  PDF页数: ≤100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解析超时: 30s 安全限制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005840"/>
            <a:ext cx="4114800" cy="32004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💬 提问示例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请用 100 字总结这份报告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0" y="16733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列出 Q3 四个版本号及更新内容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0" y="192938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提取所有数字指标，用表格展示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0" y="218541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竞品分析中提到了哪几款竞品？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651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📄 输出示例：100 字摘要 + 版本列表 + 指标表格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0632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V2.3.0 · 文档解析重构，性能 ↑3x · V2.4.0 · 联网检索增强，匹配率 61%→87%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V2.5.0 · 模板自定义编辑器 · V2.6.0 · 多会话管理+历史搜索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注册增长 47% | 日活增长 62% | 月收入 86 万元 | 用户满意度 4.4/5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7315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57C"/>
                </a:solidFill>
              </a:rPr>
              <a:t>OfficeAI · 轻量企业办公助手 · 项目汇报 V2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57C"/>
                </a:solidFill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功能演示：文案生成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73152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2697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54864" cy="73152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</a:rPr>
              <a:t>📊 周报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7C"/>
                </a:solidFill>
              </a:rPr>
              <a:t> 本周完成 · 下周计划 · 问题风险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005840"/>
            <a:ext cx="2697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0584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</a:rPr>
              <a:t>📋 会议纪要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7C"/>
                </a:solidFill>
              </a:rPr>
              <a:t> 议题 · 决议 · 待办事项 · 责任人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005840"/>
            <a:ext cx="2697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005840"/>
            <a:ext cx="54864" cy="731520"/>
          </a:xfrm>
          <a:prstGeom prst="rect">
            <a:avLst/>
          </a:prstGeom>
          <a:solidFill>
            <a:srgbClr val="5B7FA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</a:rPr>
              <a:t>📢 工作通知 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7C"/>
                </a:solidFill>
              </a:rPr>
              <a:t> 通知对象 · 事项内容 · 时间 · 要求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</a:rPr>
              <a:t>输入（周报示例）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3840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228600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本周完成：用户登录模块重构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下周计划：支付模块对接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问题风险：SDK版本过旧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0" y="3108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953C"/>
                </a:solidFill>
              </a:rPr>
              <a:t>→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02920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</a:rPr>
              <a:t>输出（AI 生成）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2194560"/>
            <a:ext cx="3657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12080" y="228600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## 周报（2026.07.22）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### 一、本周完成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- 用户登录模块重构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### 二、下周计划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- 支付模块对接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### 三、问题与风险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- SDK版本过旧需升级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7315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57C"/>
                </a:solidFill>
              </a:rPr>
              <a:t>OfficeAI · 轻量企业办公助手 · 项目汇报 V2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57C"/>
                </a:solidFill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功能演示：联网检索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73152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</a:rPr>
              <a:t>RAG 检索增强生成流程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1600200" cy="141732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508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用户提问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196596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DAD5CC"/>
                </a:solidFill>
              </a:rPr>
              <a:t>"最近一周</a:t>
            </a:r>
            <a:endParaRPr lang="en-US" sz="9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DAD5CC"/>
                </a:solidFill>
              </a:rPr>
              <a:t>AI新闻"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74520" y="18288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953C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057400" y="1417320"/>
            <a:ext cx="1600200" cy="1417320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13" name="Text 11"/>
          <p:cNvSpPr/>
          <p:nvPr/>
        </p:nvSpPr>
        <p:spPr>
          <a:xfrm>
            <a:off x="2057400" y="1508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日期注入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57400" y="196596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DAD5CC"/>
                </a:solidFill>
              </a:rPr>
              <a:t>追加</a:t>
            </a:r>
            <a:endParaRPr lang="en-US" sz="9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DAD5CC"/>
                </a:solidFill>
              </a:rPr>
              <a:t>2026-07-22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0" y="18288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953C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840480" y="1417320"/>
            <a:ext cx="1600200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1508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Serper API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196596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DAD5CC"/>
                </a:solidFill>
              </a:rPr>
              <a:t>Google 搜索</a:t>
            </a:r>
            <a:endParaRPr lang="en-US" sz="9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DAD5CC"/>
                </a:solidFill>
              </a:rPr>
              <a:t>tbs=qdr:w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40680" y="18288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953C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623560" y="1417320"/>
            <a:ext cx="1600200" cy="1417320"/>
          </a:xfrm>
          <a:prstGeom prst="rect">
            <a:avLst/>
          </a:prstGeom>
          <a:solidFill>
            <a:srgbClr val="5B7FA5"/>
          </a:solidFill>
          <a:ln/>
        </p:spPr>
      </p:sp>
      <p:sp>
        <p:nvSpPr>
          <p:cNvPr id="21" name="Text 19"/>
          <p:cNvSpPr/>
          <p:nvPr/>
        </p:nvSpPr>
        <p:spPr>
          <a:xfrm>
            <a:off x="5623560" y="1508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结果注入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23560" y="196596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DAD5CC"/>
                </a:solidFill>
              </a:rPr>
              <a:t>拼接到</a:t>
            </a:r>
            <a:endParaRPr lang="en-US" sz="9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DAD5CC"/>
                </a:solidFill>
              </a:rPr>
              <a:t>Prompt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223760" y="18288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953C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406640" y="1417320"/>
            <a:ext cx="1600200" cy="141732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0" y="1508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DeepSeek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06640" y="196596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DAD5CC"/>
                </a:solidFill>
              </a:rPr>
              <a:t>整合生成</a:t>
            </a:r>
            <a:endParaRPr lang="en-US" sz="9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DAD5CC"/>
                </a:solidFill>
              </a:rPr>
              <a:t>流式输出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063240"/>
            <a:ext cx="82296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063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输出示例：联网检索结果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34747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1A1A2E"/>
                </a:solidFill>
              </a:rPr>
              <a:t>本周热点 (截至2026.07.22)：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1. The Guardian (7/20) — 中国 AI 芯片进展引发硅谷关注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2. 习近平发起新 AI 联盟，推动开源战略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3. 国产算力系统跨集群技术突破 (WAIC 首发)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✨ 日期注入 + tbs=qdr:w 时间过滤 = 近一周结果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⚡ 搜索延迟 ~2s，首字响应快于自由对话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7315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57C"/>
                </a:solidFill>
              </a:rPr>
              <a:t>OfficeAI · 轻量企业办公助手 · 项目汇报 V2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57C"/>
                </a:solidFill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设置面板 &amp; 记忆系统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73152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384048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设置面板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API 配置: Base URL / API Key / Model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17099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→ 支持任意兼容 OpenAI SDK 的大模型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0025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→ 修改即时生效，无需重启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22951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5 套主题一键切换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25877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→ 琥珀金 · 暗黑 · 纯白 · 松木绿 · 深海蓝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2880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模板编辑器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1729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→ 周报 / 会议纪要 / 工作通知 Jinja2 模板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34655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→ 点击展开编辑，保存即时生效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37581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→ 默认模板自动填充，方便修改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10058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005840"/>
            <a:ext cx="411480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🧠 上下文记忆系统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滑动窗口: 保留最近 10 轮完整对话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17373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摘要压缩: 超过 10 轮 → 异步后台压缩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0" y="20574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→ 最早 5 轮压缩为 1-2 句摘要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23774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→ 不阻塞当前请求，用户无感知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2697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SQLite 持久化 (WAL 模式)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30175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→ 重启不丢失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33375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→ asyncio.Lock 协程级并发控制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36576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7 天自动清理过期会话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54880" y="39776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+ 新对话 / 清除聊天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7315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57C"/>
                </a:solidFill>
              </a:rPr>
              <a:t>OfficeAI · 轻量企业办公助手 · 项目汇报 V2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57C"/>
                </a:solidFill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73152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515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浏览器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2618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5CC"/>
                </a:solidFill>
              </a:rPr>
              <a:t>HTML/CSS/JS · SSE 流式 · 5 套主题 · 模板卡片 · 拖拽上传 · 消息编辑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8229600" cy="429768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099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FastAPI 路由 ( /chat /upload /templates /settings /clear-memory 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5CC"/>
                </a:solidFill>
              </a:rPr>
              <a:t>SSE StreamingResponse · 文件上传 + 解析 · 设置存取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21992"/>
            <a:ext cx="8229600" cy="429768"/>
          </a:xfrm>
          <a:prstGeom prst="rect">
            <a:avLst/>
          </a:prstGeom>
          <a:solidFill>
            <a:srgbClr val="5B7FA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2677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 核心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4780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5CC"/>
                </a:solidFill>
              </a:rPr>
              <a:t>Function Calling · 工具调度 · 流式输出 · 指数退避重试 · 直接流式（自由对话优化）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779776"/>
            <a:ext cx="8229600" cy="4297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2549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工具模块 + 记忆系统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0358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5CC"/>
                </a:solidFill>
              </a:rPr>
              <a:t>文档解析器 (docx/pdf) | Jinja2 文案生成 | Serper 检索 | SQLite 记忆 (WAL+Lock)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8229600" cy="475488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832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DeepSeek V4 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5935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5CC"/>
                </a:solidFill>
              </a:rPr>
              <a:t>OpenAI 兼容 SDK · 动态 API Key/Model 切换 · 用户自定义配置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960120" cy="256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9776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python-docx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508760" y="3977640"/>
            <a:ext cx="960120" cy="256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508760" y="39776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pdfplumber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0" y="3977640"/>
            <a:ext cx="960120" cy="256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60320" y="39776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Jinja2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11880" y="3977640"/>
            <a:ext cx="960120" cy="256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11880" y="39776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httpx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3977640"/>
            <a:ext cx="960120" cy="256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63440" y="39776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Serper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715000" y="3977640"/>
            <a:ext cx="960120" cy="256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715000" y="39776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SQLite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766560" y="3977640"/>
            <a:ext cx="960120" cy="256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766560" y="39776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DOMPurify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818120" y="3977640"/>
            <a:ext cx="960120" cy="256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818120" y="39776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marked.js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57200" y="4389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</a:rPr>
              <a:t>工程亮点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46177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搜索方案 4 次演进: DDG → Bing HTML → Serper API → RAG 注入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0" y="46177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Python 3.8 + Node.js 兼容 · 策略模式后端可插拔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81888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XML 泄露踩坑修复 · 递归 Function Calling → 直接流式优化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1417320"/>
            <a:ext cx="109728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57C"/>
                </a:solidFill>
              </a:rPr>
              <a:t>次提交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926080" y="2377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57C"/>
                </a:solidFill>
              </a:rPr>
              <a:t>个源文件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937760" y="2377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57C"/>
                </a:solidFill>
              </a:rPr>
              <a:t>套主题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944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949440" y="2377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57C"/>
                </a:solidFill>
              </a:rPr>
              <a:t>大工具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8346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AD5CC"/>
                </a:solidFill>
              </a:rPr>
              <a:t>核心交付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A857C"/>
                </a:solidFill>
              </a:rPr>
              <a:t>文档总结 + 文案生成 + 联网检索 + 上下文记忆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DAD5CC"/>
                </a:solidFill>
              </a:rPr>
              <a:t>用户体验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A857C"/>
                </a:solidFill>
              </a:rPr>
              <a:t>5 套主题 · 等待动效 · 消息编辑 · SVG 图标 · 拖拽上传 · 响应式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DAD5CC"/>
                </a:solidFill>
              </a:rPr>
              <a:t>工程品质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A857C"/>
                </a:solidFill>
              </a:rPr>
              <a:t>35 次原子提交 · 3 轮设计审查 · 搜索 4 次演进 · XSS 防护 · 降级策略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6000" y="4572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5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轻量企业办公 AI 助手 — 项目汇报 V2</dc:title>
  <dc:subject>PptxGenJS Presentation</dc:subject>
  <dc:creator>OfficeAI Dev</dc:creator>
  <cp:lastModifiedBy>OfficeAI Dev</cp:lastModifiedBy>
  <cp:revision>1</cp:revision>
  <dcterms:created xsi:type="dcterms:W3CDTF">2026-07-22T04:47:05Z</dcterms:created>
  <dcterms:modified xsi:type="dcterms:W3CDTF">2026-07-22T04:47:05Z</dcterms:modified>
</cp:coreProperties>
</file>